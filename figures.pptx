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70"/>
  </p:normalViewPr>
  <p:slideViewPr>
    <p:cSldViewPr snapToGrid="0">
      <p:cViewPr>
        <p:scale>
          <a:sx n="166" d="100"/>
          <a:sy n="166" d="100"/>
        </p:scale>
        <p:origin x="-1624" y="-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AA7B5-EBE5-7141-9E3E-61FB08CC52A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26A7C-AE7E-E240-AC32-0D6D0687C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8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26A7C-AE7E-E240-AC32-0D6D0687CD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9BAD-B774-836D-9B75-A83EB860A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ABFE4-71E9-7127-FF6E-E5AD508D3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703D8-FC3A-0A49-1B62-173040D1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A1733-C848-53DF-020B-5DE1756C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9E757-625E-3A41-28AA-9F45E1F5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7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7163-ADDE-6BA3-150C-3371CA68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7B04-47A7-C96E-05A1-14772C7F8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F86F4-D0AD-A173-279A-86B68F70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1EA0F-621E-C037-1005-FDF042C2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5E78-8BE6-AFBB-5D2F-B217E2254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14F2-A8CE-2E2E-2D50-230ACC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EBFD3-06DE-08B4-FB7A-5C0F16E2C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52C3F-BDBB-0930-88A6-27706C69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47C94-DC24-1077-DFB5-3F2C6DFC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19500-184C-0B14-B803-D38D149B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2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FA19-4712-95B2-E223-8E2DBE22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4CBA-B221-EE25-FD7C-DAC66E3D9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46B37-19BF-4CC2-6945-34E498B88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A84B6-A472-274C-39B4-D72ED697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A553A-788B-89AE-B5A3-05E7E6B1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F09B7-3A59-A5D9-CB1F-DAE423E8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35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1E1D-6EF9-A70D-B322-412B19FC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8921C-5D7F-97D5-514D-82BF0218F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1BF7B-1AF6-1EC8-B20F-732D31F89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CF0BF-2617-1807-8F84-960C776E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C73AF-8774-993B-C1C2-F03F3EFD9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8D4BB5-8443-BCD9-9A52-45EF23C0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D3126-8743-CD84-5FDF-C3656082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32C20-B507-0574-F0CB-F478909B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F504-EBB5-4DE0-2C28-C4BACE88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54559-AE83-1419-3B05-D9FAE561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061F-8C5C-17CB-0AFE-2F100F7D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46549-67DB-3E4D-A957-5F00A3B2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202501-9028-90EE-19C4-31F4DB0F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E77238-97D7-9C8D-15FB-01FDCDF3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0E174-3967-8C97-0842-53E3F113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2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6C10-038C-CE13-5548-10EC6E48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0C0A-8B7B-FC83-404D-01A5E6304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B6BFD-63BB-0428-75B6-3350248DB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12B67-8951-B437-1BE8-6A1B3BE2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B2887-D766-2608-8BC5-4DFDDD48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C3C2-5B55-196E-01E1-92855EA0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6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FCFF-A5B2-5939-1B7C-6C41CDA7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483868-F282-A43D-74C2-4C3E3E704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D5CAB-4BD8-4068-C5BB-CDAAF16E3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A3277-326E-0B31-41EA-E551EE3B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171E8-6D25-5AB8-6500-109D4943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FAF4C-B90D-D15A-32A9-C22D5E66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7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AA07-8DA9-8C3E-F64A-69B3F542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3178D-6E65-C12E-8C59-845C3FD61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72833-4093-B952-B2AC-1FB80B45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E3D3F-13BA-6B46-0421-B23EDE9D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A70C-67EB-BD28-DBBC-7882B534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5083E-501A-ACEF-AB85-CD0D0DDD9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A85FC-70DC-2B1B-612F-115B0CF19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2213-37A9-5EEA-4DAF-DDE195DB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DF95-F09B-5DA4-E35F-10E175CB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C3AC-9AB2-ED3E-B61A-952D6CE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2D011-DFE7-B75F-FCB4-DACDF530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C5A58-F10E-31B3-F4E9-20D475CF9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EB135-617D-7C2A-34B8-522397259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19EB8-61DB-A943-BCA1-50E16441664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8203C-347F-B61C-8048-0D0DFB6BB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79D5D-E007-DB89-F634-6F2F40C4A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F748B-8EB0-5645-B1D4-D845F410C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7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B31533F-E014-EB0C-AC2C-AB79EDC7E610}"/>
              </a:ext>
            </a:extLst>
          </p:cNvPr>
          <p:cNvCxnSpPr>
            <a:cxnSpLocks/>
          </p:cNvCxnSpPr>
          <p:nvPr/>
        </p:nvCxnSpPr>
        <p:spPr>
          <a:xfrm>
            <a:off x="8490092" y="4266016"/>
            <a:ext cx="0" cy="45846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C53F594D-FD97-958B-1E2A-0D69C1686E99}"/>
              </a:ext>
            </a:extLst>
          </p:cNvPr>
          <p:cNvCxnSpPr>
            <a:cxnSpLocks/>
          </p:cNvCxnSpPr>
          <p:nvPr/>
        </p:nvCxnSpPr>
        <p:spPr>
          <a:xfrm>
            <a:off x="7114997" y="3815862"/>
            <a:ext cx="1384478" cy="908621"/>
          </a:xfrm>
          <a:prstGeom prst="bentConnector3">
            <a:avLst>
              <a:gd name="adj1" fmla="val -682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Virtual reality - Free user icons">
            <a:extLst>
              <a:ext uri="{FF2B5EF4-FFF2-40B4-BE49-F238E27FC236}">
                <a16:creationId xmlns:a16="http://schemas.microsoft.com/office/drawing/2014/main" id="{2496C7A9-E324-FE8E-7334-F1FBF2A0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5" t="36986" r="80221" b="35742"/>
          <a:stretch>
            <a:fillRect/>
          </a:stretch>
        </p:blipFill>
        <p:spPr>
          <a:xfrm flipV="1">
            <a:off x="1045254" y="3320008"/>
            <a:ext cx="199697" cy="4279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D4CA23-4DDF-F0D5-6F3C-D50E43DF87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87"/>
          <a:stretch>
            <a:fillRect/>
          </a:stretch>
        </p:blipFill>
        <p:spPr>
          <a:xfrm>
            <a:off x="442661" y="2187339"/>
            <a:ext cx="2380105" cy="1146686"/>
          </a:xfrm>
          <a:prstGeom prst="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61239-1E64-5EEB-3DF3-3CEE979F1E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87"/>
          <a:stretch>
            <a:fillRect/>
          </a:stretch>
        </p:blipFill>
        <p:spPr>
          <a:xfrm>
            <a:off x="4150299" y="1854609"/>
            <a:ext cx="1480517" cy="7132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890F79-4705-0081-80AC-9942906641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87"/>
          <a:stretch>
            <a:fillRect/>
          </a:stretch>
        </p:blipFill>
        <p:spPr>
          <a:xfrm>
            <a:off x="4302699" y="2007009"/>
            <a:ext cx="1480517" cy="713283"/>
          </a:xfrm>
          <a:prstGeom prst="rect">
            <a:avLst/>
          </a:prstGeom>
        </p:spPr>
      </p:pic>
      <p:pic>
        <p:nvPicPr>
          <p:cNvPr id="7" name="Picture 6" descr="Play Button Vector Art, Icons, and Graphics for Free Download">
            <a:extLst>
              <a:ext uri="{FF2B5EF4-FFF2-40B4-BE49-F238E27FC236}">
                <a16:creationId xmlns:a16="http://schemas.microsoft.com/office/drawing/2014/main" id="{1D2C6134-B2D7-372E-572B-F2536152D7C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39572" t="32226" r="38790" b="31736"/>
          <a:stretch>
            <a:fillRect/>
          </a:stretch>
        </p:blipFill>
        <p:spPr>
          <a:xfrm>
            <a:off x="1483160" y="2663202"/>
            <a:ext cx="299105" cy="298541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824FF6-78DB-1454-D9C4-A084DF073173}"/>
              </a:ext>
            </a:extLst>
          </p:cNvPr>
          <p:cNvSpPr txBox="1"/>
          <p:nvPr/>
        </p:nvSpPr>
        <p:spPr>
          <a:xfrm>
            <a:off x="2952756" y="2835533"/>
            <a:ext cx="2309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video_to_frames.py	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E5B179-622F-FECD-B62D-5AD14D65DB35}"/>
              </a:ext>
            </a:extLst>
          </p:cNvPr>
          <p:cNvCxnSpPr>
            <a:cxnSpLocks/>
          </p:cNvCxnSpPr>
          <p:nvPr/>
        </p:nvCxnSpPr>
        <p:spPr>
          <a:xfrm flipV="1">
            <a:off x="2967451" y="2752195"/>
            <a:ext cx="1182848" cy="8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BC20B31-7E4B-CA90-7F78-9FD238E2DC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87"/>
          <a:stretch>
            <a:fillRect/>
          </a:stretch>
        </p:blipFill>
        <p:spPr>
          <a:xfrm>
            <a:off x="4455099" y="2159410"/>
            <a:ext cx="1480517" cy="7132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EA06A0-1F0C-8A52-2A94-D6EA59DE3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354" y="2276734"/>
            <a:ext cx="1159085" cy="713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994E88-2A62-621E-C46E-3DA813D68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754" y="2429134"/>
            <a:ext cx="1159085" cy="713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621F40-69C6-2800-8AC2-C9E3AB7A2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154" y="2581534"/>
            <a:ext cx="1159085" cy="7132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2BBD5E-56E4-1046-71BE-68E8E0169F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4241" y="2685217"/>
            <a:ext cx="1775596" cy="7163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E3136F-6EA2-55BD-4BA9-C9AC52C562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641" y="2837617"/>
            <a:ext cx="1775596" cy="7163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7813BD-4BE0-EEB2-FCCA-82C605D731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041" y="2990017"/>
            <a:ext cx="1775596" cy="716335"/>
          </a:xfrm>
          <a:prstGeom prst="rect">
            <a:avLst/>
          </a:prstGeom>
        </p:spPr>
      </p:pic>
      <p:pic>
        <p:nvPicPr>
          <p:cNvPr id="17" name="Picture 16" descr="Virtual reality - Free user icons">
            <a:extLst>
              <a:ext uri="{FF2B5EF4-FFF2-40B4-BE49-F238E27FC236}">
                <a16:creationId xmlns:a16="http://schemas.microsoft.com/office/drawing/2014/main" id="{9E365C96-043E-F3A2-F97F-D6F37414F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97" y="3747916"/>
            <a:ext cx="1068847" cy="10688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DF61C1-59EC-F02E-538F-8CCC3F6ABA90}"/>
              </a:ext>
            </a:extLst>
          </p:cNvPr>
          <p:cNvSpPr txBox="1"/>
          <p:nvPr/>
        </p:nvSpPr>
        <p:spPr>
          <a:xfrm>
            <a:off x="2822766" y="4453524"/>
            <a:ext cx="35007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preprocess_exp_data.py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9" name="Picture 18" descr="24,054 Pile Documents Icon Royalty-Free Images, Stock Photos &amp; Pictures |  Shutterstock">
            <a:extLst>
              <a:ext uri="{FF2B5EF4-FFF2-40B4-BE49-F238E27FC236}">
                <a16:creationId xmlns:a16="http://schemas.microsoft.com/office/drawing/2014/main" id="{34D78D53-9C16-2B2A-AC8B-94F0928077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73" t="6801" r="50000" b="12615"/>
          <a:stretch>
            <a:fillRect/>
          </a:stretch>
        </p:blipFill>
        <p:spPr>
          <a:xfrm>
            <a:off x="2073534" y="3864693"/>
            <a:ext cx="822852" cy="859790"/>
          </a:xfrm>
          <a:prstGeom prst="rect">
            <a:avLst/>
          </a:prstGeom>
        </p:spPr>
      </p:pic>
      <p:pic>
        <p:nvPicPr>
          <p:cNvPr id="22" name="Picture 21" descr="24,054 Pile Documents Icon Royalty-Free Images, Stock Photos &amp; Pictures |  Shutterstock">
            <a:extLst>
              <a:ext uri="{FF2B5EF4-FFF2-40B4-BE49-F238E27FC236}">
                <a16:creationId xmlns:a16="http://schemas.microsoft.com/office/drawing/2014/main" id="{A8C72B98-D242-472F-55D9-FB6109259CF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769" t="6801" r="50000" b="31744"/>
          <a:stretch>
            <a:fillRect/>
          </a:stretch>
        </p:blipFill>
        <p:spPr>
          <a:xfrm>
            <a:off x="4549840" y="3876792"/>
            <a:ext cx="618830" cy="65568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FE8EF59-09CC-5276-118C-F97CC185DB21}"/>
              </a:ext>
            </a:extLst>
          </p:cNvPr>
          <p:cNvCxnSpPr>
            <a:cxnSpLocks/>
          </p:cNvCxnSpPr>
          <p:nvPr/>
        </p:nvCxnSpPr>
        <p:spPr>
          <a:xfrm>
            <a:off x="2967451" y="4274655"/>
            <a:ext cx="1452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B22EC2C-FCDB-8142-8161-D77DB36318F4}"/>
              </a:ext>
            </a:extLst>
          </p:cNvPr>
          <p:cNvSpPr/>
          <p:nvPr/>
        </p:nvSpPr>
        <p:spPr>
          <a:xfrm>
            <a:off x="1050925" y="3987800"/>
            <a:ext cx="180975" cy="496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0F91CA-22FF-B53C-13E9-9AB5127F08F8}"/>
              </a:ext>
            </a:extLst>
          </p:cNvPr>
          <p:cNvSpPr/>
          <p:nvPr/>
        </p:nvSpPr>
        <p:spPr>
          <a:xfrm rot="4446869">
            <a:off x="1133688" y="4373552"/>
            <a:ext cx="65459" cy="200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Virtual reality - Free user icons">
            <a:extLst>
              <a:ext uri="{FF2B5EF4-FFF2-40B4-BE49-F238E27FC236}">
                <a16:creationId xmlns:a16="http://schemas.microsoft.com/office/drawing/2014/main" id="{7949A4B5-E601-CA1C-3B04-CBC5EAB6C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" r="80221" b="35742"/>
          <a:stretch>
            <a:fillRect/>
          </a:stretch>
        </p:blipFill>
        <p:spPr>
          <a:xfrm flipV="1">
            <a:off x="1036730" y="3747915"/>
            <a:ext cx="210383" cy="5982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980D175-CFF9-5F2B-376C-8380F4522A11}"/>
              </a:ext>
            </a:extLst>
          </p:cNvPr>
          <p:cNvSpPr txBox="1"/>
          <p:nvPr/>
        </p:nvSpPr>
        <p:spPr>
          <a:xfrm>
            <a:off x="5306546" y="4377235"/>
            <a:ext cx="35007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compute_frustum_mask.py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C0FC1-2728-BE2C-3904-B4CCF59AC074}"/>
              </a:ext>
            </a:extLst>
          </p:cNvPr>
          <p:cNvSpPr/>
          <p:nvPr/>
        </p:nvSpPr>
        <p:spPr>
          <a:xfrm>
            <a:off x="4572000" y="4528266"/>
            <a:ext cx="194754" cy="57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24,054 Pile Documents Icon Royalty-Free Images, Stock Photos &amp; Pictures |  Shutterstock">
            <a:extLst>
              <a:ext uri="{FF2B5EF4-FFF2-40B4-BE49-F238E27FC236}">
                <a16:creationId xmlns:a16="http://schemas.microsoft.com/office/drawing/2014/main" id="{119B516F-B948-5344-02D1-39D31751D6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769" t="6801" r="50000" b="31744"/>
          <a:stretch>
            <a:fillRect/>
          </a:stretch>
        </p:blipFill>
        <p:spPr>
          <a:xfrm>
            <a:off x="7637212" y="3864693"/>
            <a:ext cx="618830" cy="65568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5565FAA-6EBB-3967-B9ED-357618230A36}"/>
              </a:ext>
            </a:extLst>
          </p:cNvPr>
          <p:cNvSpPr/>
          <p:nvPr/>
        </p:nvSpPr>
        <p:spPr>
          <a:xfrm>
            <a:off x="7906512" y="4516167"/>
            <a:ext cx="194754" cy="57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D394CC-13E2-5CBD-F51D-2A20828C3DAA}"/>
              </a:ext>
            </a:extLst>
          </p:cNvPr>
          <p:cNvCxnSpPr>
            <a:cxnSpLocks/>
          </p:cNvCxnSpPr>
          <p:nvPr/>
        </p:nvCxnSpPr>
        <p:spPr>
          <a:xfrm>
            <a:off x="5123991" y="4271588"/>
            <a:ext cx="23119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CC20B3-9377-1D78-A8F1-E448E18095DB}"/>
              </a:ext>
            </a:extLst>
          </p:cNvPr>
          <p:cNvCxnSpPr>
            <a:cxnSpLocks/>
          </p:cNvCxnSpPr>
          <p:nvPr/>
        </p:nvCxnSpPr>
        <p:spPr>
          <a:xfrm>
            <a:off x="6306839" y="3815862"/>
            <a:ext cx="0" cy="458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24,054 Pile Documents Icon Royalty-Free Images, Stock Photos &amp; Pictures |  Shutterstock">
            <a:extLst>
              <a:ext uri="{FF2B5EF4-FFF2-40B4-BE49-F238E27FC236}">
                <a16:creationId xmlns:a16="http://schemas.microsoft.com/office/drawing/2014/main" id="{BB8560B4-5C0B-A6F7-594D-8C860D370C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769" t="6801" r="50000" b="31744"/>
          <a:stretch>
            <a:fillRect/>
          </a:stretch>
        </p:blipFill>
        <p:spPr>
          <a:xfrm>
            <a:off x="9040422" y="2958198"/>
            <a:ext cx="618830" cy="65568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6C9DFAB-5EDE-0825-D7BA-52F2209717CC}"/>
              </a:ext>
            </a:extLst>
          </p:cNvPr>
          <p:cNvSpPr txBox="1"/>
          <p:nvPr/>
        </p:nvSpPr>
        <p:spPr>
          <a:xfrm>
            <a:off x="8473340" y="4315892"/>
            <a:ext cx="18539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compute_visual_stats.py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E9F1712-1C0D-8B2C-4EFB-AF951CD9DFB2}"/>
              </a:ext>
            </a:extLst>
          </p:cNvPr>
          <p:cNvCxnSpPr>
            <a:cxnSpLocks/>
          </p:cNvCxnSpPr>
          <p:nvPr/>
        </p:nvCxnSpPr>
        <p:spPr>
          <a:xfrm flipV="1">
            <a:off x="7936470" y="1854609"/>
            <a:ext cx="0" cy="1954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10D1B1D-6DCA-3FC9-CE19-0D7A88F75A18}"/>
              </a:ext>
            </a:extLst>
          </p:cNvPr>
          <p:cNvCxnSpPr>
            <a:cxnSpLocks/>
          </p:cNvCxnSpPr>
          <p:nvPr/>
        </p:nvCxnSpPr>
        <p:spPr>
          <a:xfrm flipV="1">
            <a:off x="6323482" y="2424781"/>
            <a:ext cx="1583030" cy="156753"/>
          </a:xfrm>
          <a:prstGeom prst="bentConnector3">
            <a:avLst>
              <a:gd name="adj1" fmla="val 64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7C8FBDF-CB84-5FE8-0BBD-6422E6141C5E}"/>
              </a:ext>
            </a:extLst>
          </p:cNvPr>
          <p:cNvCxnSpPr>
            <a:cxnSpLocks/>
          </p:cNvCxnSpPr>
          <p:nvPr/>
        </p:nvCxnSpPr>
        <p:spPr>
          <a:xfrm>
            <a:off x="7921491" y="2424781"/>
            <a:ext cx="1317753" cy="466552"/>
          </a:xfrm>
          <a:prstGeom prst="bentConnector3">
            <a:avLst>
              <a:gd name="adj1" fmla="val 10070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2CA244-82C7-F9E8-E04A-ED0FED68B240}"/>
              </a:ext>
            </a:extLst>
          </p:cNvPr>
          <p:cNvCxnSpPr>
            <a:cxnSpLocks/>
          </p:cNvCxnSpPr>
          <p:nvPr/>
        </p:nvCxnSpPr>
        <p:spPr>
          <a:xfrm flipH="1">
            <a:off x="4188101" y="1366215"/>
            <a:ext cx="19611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624A05A-6FC6-39DA-183A-69C9D3FC496B}"/>
              </a:ext>
            </a:extLst>
          </p:cNvPr>
          <p:cNvSpPr txBox="1"/>
          <p:nvPr/>
        </p:nvSpPr>
        <p:spPr>
          <a:xfrm>
            <a:off x="4420010" y="1421950"/>
            <a:ext cx="2309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frames_to_video.py</a:t>
            </a:r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E3BCF67-30EA-8D7A-8DDF-EC72197D2194}"/>
              </a:ext>
            </a:extLst>
          </p:cNvPr>
          <p:cNvCxnSpPr>
            <a:cxnSpLocks/>
          </p:cNvCxnSpPr>
          <p:nvPr/>
        </p:nvCxnSpPr>
        <p:spPr>
          <a:xfrm flipV="1">
            <a:off x="8250666" y="3716458"/>
            <a:ext cx="1045734" cy="549558"/>
          </a:xfrm>
          <a:prstGeom prst="bentConnector3">
            <a:avLst>
              <a:gd name="adj1" fmla="val 1001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4" name="Picture 93" descr="Play Button Vector Art, Icons, and Graphics for Free Download">
            <a:extLst>
              <a:ext uri="{FF2B5EF4-FFF2-40B4-BE49-F238E27FC236}">
                <a16:creationId xmlns:a16="http://schemas.microsoft.com/office/drawing/2014/main" id="{D8B79369-F7AA-16EE-778F-95C093A2894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39572" t="32226" r="38790" b="31736"/>
          <a:stretch>
            <a:fillRect/>
          </a:stretch>
        </p:blipFill>
        <p:spPr>
          <a:xfrm>
            <a:off x="2205112" y="1000196"/>
            <a:ext cx="299105" cy="298541"/>
          </a:xfrm>
          <a:prstGeom prst="ellipse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927C031F-08DD-5882-01B7-667E1E0C5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073" y="620945"/>
            <a:ext cx="3332077" cy="120288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0043B26-C302-B690-1B8B-4619D364733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7342"/>
          <a:stretch>
            <a:fillRect/>
          </a:stretch>
        </p:blipFill>
        <p:spPr>
          <a:xfrm>
            <a:off x="6445839" y="416174"/>
            <a:ext cx="2850561" cy="1399007"/>
          </a:xfrm>
          <a:prstGeom prst="rect">
            <a:avLst/>
          </a:prstGeom>
        </p:spPr>
      </p:pic>
      <p:pic>
        <p:nvPicPr>
          <p:cNvPr id="107" name="Picture 106" descr="Play Button Vector Art, Icons, and Graphics for Free Download">
            <a:extLst>
              <a:ext uri="{FF2B5EF4-FFF2-40B4-BE49-F238E27FC236}">
                <a16:creationId xmlns:a16="http://schemas.microsoft.com/office/drawing/2014/main" id="{34DFCCA0-BECB-65BE-9BA9-F956215958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39572" t="32226" r="38790" b="31736"/>
          <a:stretch>
            <a:fillRect/>
          </a:stretch>
        </p:blipFill>
        <p:spPr>
          <a:xfrm>
            <a:off x="1906006" y="1118951"/>
            <a:ext cx="299105" cy="298541"/>
          </a:xfrm>
          <a:prstGeom prst="ellipse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4BA37A-F460-F283-B31D-5384ACD46602}"/>
              </a:ext>
            </a:extLst>
          </p:cNvPr>
          <p:cNvSpPr txBox="1"/>
          <p:nvPr/>
        </p:nvSpPr>
        <p:spPr>
          <a:xfrm>
            <a:off x="7921491" y="2017358"/>
            <a:ext cx="18539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plot_frustum_frames.py</a:t>
            </a:r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3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45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Leos</dc:creator>
  <cp:lastModifiedBy>Hector Leos</cp:lastModifiedBy>
  <cp:revision>2</cp:revision>
  <dcterms:created xsi:type="dcterms:W3CDTF">2026-08-13T15:01:22Z</dcterms:created>
  <dcterms:modified xsi:type="dcterms:W3CDTF">2026-08-20T13:06:54Z</dcterms:modified>
</cp:coreProperties>
</file>